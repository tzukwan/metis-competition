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[项目名称]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FFFF"/>
                </a:solidFill>
              </a:rPr>
              <a:t>[一句话定位]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[团队名称] | 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[项目摘要]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5959"/>
                </a:solidFill>
              </a:rPr>
              <a:t>[正文内容：概述项目要点，150字以内]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一、市场分析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[市场痛点]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[卡片1标题]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[卡片1正文：60字左右的说明文字]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[卡片2标题]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774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[卡片2正文：60字左右的说明文字]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[卡片3标题]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[卡片3正文：60字左右的说明文字]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[政策环境]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5959"/>
                </a:solidFill>
              </a:rPr>
              <a:t>[正文内容：概述项目要点，150字以内]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二、产品介绍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[产品总体介绍]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6583680" cy="4206240"/>
          </a:xfrm>
          <a:prstGeom prst="rect">
            <a:avLst/>
          </a:prstGeom>
          <a:solidFill>
            <a:srgbClr val="D9E2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[产品截图占位]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64592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95959"/>
                </a:solidFill>
              </a:rPr>
              <a:t>[图片说明文字：介绍该截图展示的核心功能与价值]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[核心功能]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[卡片1标题]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[卡片1正文：60字左右的说明文字]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[卡片2标题]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774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[卡片2正文：60字左右的说明文字]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[卡片3标题]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[卡片3正文：60字左右的说明文字]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698480" cy="5394960"/>
          </a:xfrm>
          <a:prstGeom prst="rect">
            <a:avLst/>
          </a:prstGeom>
          <a:solidFill>
            <a:srgbClr val="D9E2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[整页大图占位]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三、技术方案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[技术架构]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5959"/>
                </a:solidFill>
              </a:rPr>
              <a:t>[正文内容：概述项目要点，150字以内]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[核心技术]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4003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[卡片1标题]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24003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[卡片1正文：60字左右的说明文字]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6139" y="1645920"/>
            <a:ext cx="24003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[卡片2标题]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6139" y="2377440"/>
            <a:ext cx="24003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[卡片2正文：60字左右的说明文字]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59" y="1645920"/>
            <a:ext cx="24003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[卡片3标题]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377440"/>
            <a:ext cx="24003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[卡片3正文：60字左右的说明文字]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5380" y="1645920"/>
            <a:ext cx="24003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[卡片4标题]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5380" y="2377440"/>
            <a:ext cx="24003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[卡片4正文：60字左右的说明文字]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[项目成果展示]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6583680" cy="4206240"/>
          </a:xfrm>
          <a:prstGeom prst="rect">
            <a:avLst/>
          </a:prstGeom>
          <a:solidFill>
            <a:srgbClr val="D9E2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[产品截图占位]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64592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95959"/>
                </a:solidFill>
              </a:rPr>
              <a:t>[图片说明文字：介绍该截图展示的核心功能与价值]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[市场规模]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0" y="1645920"/>
            <a:ext cx="8138160" cy="4206240"/>
          </a:xfrm>
          <a:prstGeom prst="rect">
            <a:avLst/>
          </a:prstGeom>
          <a:solidFill>
            <a:srgbClr val="EAF0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[数据图表占位]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[竞品分析]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[竞品1/我方名称]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[对比要点：功能、价格、覆盖场景等]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[竞品2/我方名称]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</a:rPr>
              <a:t>[对比要点：功能、价格、覆盖场景等]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[发展规划]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[阶段1时间]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[阶段目标与里程碑]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[阶段2时间]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[阶段目标与里程碑]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[阶段3时间]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[阶段目标与里程碑]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[阶段4时间]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[阶段目标与里程碑]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四、团队与财务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[创业团队]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[导师专家]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[姓名/角色]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[背景简介：专业、分工、成果]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[财务预测]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</a:rPr>
              <a:t>[核心财务预测数字：营收、利润、增长率]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2377440"/>
            <a:ext cx="8138160" cy="3474720"/>
          </a:xfrm>
          <a:prstGeom prst="rect">
            <a:avLst/>
          </a:prstGeom>
          <a:solidFill>
            <a:srgbClr val="EAF0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[财务图表占位]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[融资规划]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</a:rPr>
              <a:t>[核心财务预测数字：营收、利润、增长率]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2377440"/>
            <a:ext cx="8138160" cy="3474720"/>
          </a:xfrm>
          <a:prstGeom prst="rect">
            <a:avLst/>
          </a:prstGeom>
          <a:solidFill>
            <a:srgbClr val="EAF0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[财务图表占位]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感谢聆听，恳请指导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